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2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168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52E97B-B810-4261-AEF6-87F79BB587A6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3B4E1D-49A2-4E09-9A06-DADFA81EF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745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3B4E1D-49A2-4E09-9A06-DADFA81EFCF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5141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353F2-13C3-4368-B9A3-E2B7B1C38F1F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A4B39-16A7-47EB-BB1C-AC48A3584044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353F2-13C3-4368-B9A3-E2B7B1C38F1F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A4B39-16A7-47EB-BB1C-AC48A358404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353F2-13C3-4368-B9A3-E2B7B1C38F1F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A4B39-16A7-47EB-BB1C-AC48A3584044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353F2-13C3-4368-B9A3-E2B7B1C38F1F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A4B39-16A7-47EB-BB1C-AC48A358404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353F2-13C3-4368-B9A3-E2B7B1C38F1F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A4B39-16A7-47EB-BB1C-AC48A358404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353F2-13C3-4368-B9A3-E2B7B1C38F1F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BA4B39-16A7-47EB-BB1C-AC48A358404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353F2-13C3-4368-B9A3-E2B7B1C38F1F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A4B39-16A7-47EB-BB1C-AC48A358404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353F2-13C3-4368-B9A3-E2B7B1C38F1F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64BA4B39-16A7-47EB-BB1C-AC48A358404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677353F2-13C3-4368-B9A3-E2B7B1C38F1F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A4B39-16A7-47EB-BB1C-AC48A358404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353F2-13C3-4368-B9A3-E2B7B1C38F1F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A4B39-16A7-47EB-BB1C-AC48A358404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353F2-13C3-4368-B9A3-E2B7B1C38F1F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A4B39-16A7-47EB-BB1C-AC48A358404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677353F2-13C3-4368-B9A3-E2B7B1C38F1F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64BA4B39-16A7-47EB-BB1C-AC48A3584044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</p:sldLayoutIdLst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" y="1447800"/>
            <a:ext cx="8458200" cy="2301240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solidFill>
                  <a:srgbClr val="00B0F0"/>
                </a:solidFill>
                <a:latin typeface="Arial Black" pitchFamily="34" charset="0"/>
              </a:rPr>
              <a:t>SmartCheck: UI Design &amp; Frontend Implementation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3657600"/>
            <a:ext cx="6480048" cy="554212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rgbClr val="0070C0"/>
                </a:solidFill>
                <a:latin typeface="Arial Black" pitchFamily="34" charset="0"/>
              </a:rPr>
              <a:t>Where Presence Meets Precision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81600" y="5181600"/>
            <a:ext cx="289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PRESENTED BY GROUP12</a:t>
            </a:r>
          </a:p>
        </p:txBody>
      </p:sp>
    </p:spTree>
    <p:extLst>
      <p:ext uri="{BB962C8B-B14F-4D97-AF65-F5344CB8AC3E}">
        <p14:creationId xmlns:p14="http://schemas.microsoft.com/office/powerpoint/2010/main" val="563806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305800" cy="11430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  <a:latin typeface="Arial Black" pitchFamily="34" charset="0"/>
              </a:rPr>
              <a:t>SmartCheck - App Identity</a:t>
            </a:r>
            <a:endParaRPr lang="en-US" dirty="0">
              <a:solidFill>
                <a:srgbClr val="0070C0"/>
              </a:solidFill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524000"/>
            <a:ext cx="5638800" cy="3124200"/>
          </a:xfrm>
        </p:spPr>
        <p:txBody>
          <a:bodyPr>
            <a:normAutofit/>
          </a:bodyPr>
          <a:lstStyle/>
          <a:p>
            <a:pPr marL="36576" indent="0">
              <a:buNone/>
            </a:pPr>
            <a:r>
              <a:rPr lang="en-US" sz="2000" b="1" dirty="0">
                <a:solidFill>
                  <a:srgbClr val="00B0F0"/>
                </a:solidFill>
                <a:latin typeface="Google Sans Text"/>
              </a:rPr>
              <a:t>Introducing SmartCheck</a:t>
            </a:r>
          </a:p>
          <a:p>
            <a:pPr marL="742950" lvl="1" indent="-285750">
              <a:buFont typeface="Arial"/>
              <a:buChar char="•"/>
            </a:pPr>
            <a:r>
              <a:rPr lang="en-US" sz="2000" dirty="0">
                <a:solidFill>
                  <a:srgbClr val="E2E2E5"/>
                </a:solidFill>
                <a:latin typeface="Google Sans Text"/>
              </a:rPr>
              <a:t>"Where Presence Meets Precision"</a:t>
            </a:r>
          </a:p>
          <a:p>
            <a:pPr marL="36576" indent="0">
              <a:buNone/>
            </a:pPr>
            <a:r>
              <a:rPr lang="en-US" sz="2000" b="1" dirty="0">
                <a:solidFill>
                  <a:srgbClr val="00B0F0"/>
                </a:solidFill>
                <a:latin typeface="Google Sans Text"/>
              </a:rPr>
              <a:t>Core UI/UX Goals:</a:t>
            </a:r>
          </a:p>
          <a:p>
            <a:pPr marL="742950" lvl="1" indent="-285750">
              <a:buFont typeface="Arial"/>
              <a:buChar char="•"/>
            </a:pPr>
            <a:r>
              <a:rPr lang="en-US" sz="2000" dirty="0">
                <a:solidFill>
                  <a:srgbClr val="E2E2E5"/>
                </a:solidFill>
                <a:latin typeface="Google Sans Text"/>
              </a:rPr>
              <a:t>Intuitive &amp; Accessible</a:t>
            </a:r>
          </a:p>
          <a:p>
            <a:pPr marL="742950" lvl="1" indent="-285750">
              <a:buFont typeface="Arial"/>
              <a:buChar char="•"/>
            </a:pPr>
            <a:r>
              <a:rPr lang="en-US" sz="2000" dirty="0">
                <a:solidFill>
                  <a:srgbClr val="E2E2E5"/>
                </a:solidFill>
                <a:latin typeface="Google Sans Text"/>
              </a:rPr>
              <a:t>Clear &amp; Professional Visuals</a:t>
            </a:r>
          </a:p>
          <a:p>
            <a:pPr marL="742950" lvl="1" indent="-285750">
              <a:buFont typeface="Arial"/>
              <a:buChar char="•"/>
            </a:pPr>
            <a:r>
              <a:rPr lang="en-US" sz="2000" dirty="0">
                <a:solidFill>
                  <a:srgbClr val="E2E2E5"/>
                </a:solidFill>
                <a:latin typeface="Google Sans Text"/>
              </a:rPr>
              <a:t>Seamless Navigation</a:t>
            </a:r>
          </a:p>
          <a:p>
            <a:endParaRPr lang="en-US" sz="2000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1198" y="2251994"/>
            <a:ext cx="4301749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32669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Google Sans Text"/>
              </a:rPr>
              <a:t>Visual Design Language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576" indent="0">
              <a:buNone/>
            </a:pPr>
            <a:r>
              <a:rPr lang="en-US" sz="2400" b="1" dirty="0">
                <a:solidFill>
                  <a:srgbClr val="00B0F0"/>
                </a:solidFill>
                <a:latin typeface="Google Sans Text"/>
              </a:rPr>
              <a:t>SmartCheck's Look &amp; Feel</a:t>
            </a:r>
            <a:endParaRPr lang="en-US" sz="2400" dirty="0">
              <a:solidFill>
                <a:srgbClr val="00B0F0"/>
              </a:solidFill>
              <a:latin typeface="Google Sans Text"/>
            </a:endParaRPr>
          </a:p>
          <a:p>
            <a:pPr>
              <a:buFont typeface="Arial"/>
              <a:buChar char="•"/>
            </a:pPr>
            <a:r>
              <a:rPr lang="en-US" sz="2400" b="1" dirty="0">
                <a:solidFill>
                  <a:srgbClr val="E2E2E5"/>
                </a:solidFill>
                <a:latin typeface="Google Sans Text"/>
              </a:rPr>
              <a:t>Color Palette: </a:t>
            </a:r>
          </a:p>
          <a:p>
            <a:pPr marL="36576" indent="0">
              <a:buNone/>
            </a:pPr>
            <a:r>
              <a:rPr lang="en-US" sz="2400" b="1" dirty="0">
                <a:solidFill>
                  <a:srgbClr val="E2E2E5"/>
                </a:solidFill>
                <a:latin typeface="Google Sans Text"/>
              </a:rPr>
              <a:t>        - </a:t>
            </a:r>
            <a:r>
              <a:rPr lang="en-US" sz="2400" dirty="0">
                <a:solidFill>
                  <a:srgbClr val="E2E2E5"/>
                </a:solidFill>
                <a:latin typeface="Google Sans Text"/>
              </a:rPr>
              <a:t>Primary -&gt; 007EFC, </a:t>
            </a:r>
          </a:p>
          <a:p>
            <a:pPr marL="36576" indent="0">
              <a:buNone/>
            </a:pPr>
            <a:r>
              <a:rPr lang="en-US" sz="2400" dirty="0">
                <a:solidFill>
                  <a:srgbClr val="E2E2E5"/>
                </a:solidFill>
                <a:latin typeface="Google Sans Text"/>
              </a:rPr>
              <a:t>        - Secondary -&gt; 003366, </a:t>
            </a:r>
          </a:p>
          <a:p>
            <a:pPr marL="36576" indent="0">
              <a:buNone/>
            </a:pPr>
            <a:r>
              <a:rPr lang="en-US" sz="2400" dirty="0">
                <a:solidFill>
                  <a:srgbClr val="E2E2E5"/>
                </a:solidFill>
                <a:latin typeface="Google Sans Text"/>
              </a:rPr>
              <a:t>        - Background -&gt; 000000(Black), FFFFFF(White)</a:t>
            </a:r>
            <a:endParaRPr lang="en-US" sz="2400" b="1" dirty="0">
              <a:solidFill>
                <a:srgbClr val="E2E2E5"/>
              </a:solidFill>
              <a:latin typeface="Google Sans Text"/>
            </a:endParaRPr>
          </a:p>
          <a:p>
            <a:pPr>
              <a:buFont typeface="Arial"/>
              <a:buChar char="•"/>
            </a:pPr>
            <a:r>
              <a:rPr lang="en-US" sz="2400" b="1" dirty="0">
                <a:solidFill>
                  <a:srgbClr val="E2E2E5"/>
                </a:solidFill>
                <a:latin typeface="Google Sans Text"/>
              </a:rPr>
              <a:t>Typography:</a:t>
            </a:r>
            <a:r>
              <a:rPr lang="en-US" sz="2400" dirty="0">
                <a:solidFill>
                  <a:srgbClr val="E2E2E5"/>
                </a:solidFill>
                <a:latin typeface="Google Sans Text"/>
              </a:rPr>
              <a:t> </a:t>
            </a:r>
            <a:r>
              <a:rPr lang="en-US" sz="2400" i="1" dirty="0">
                <a:solidFill>
                  <a:srgbClr val="E2E2E5"/>
                </a:solidFill>
                <a:latin typeface="DM Mono"/>
              </a:rPr>
              <a:t>Nunito</a:t>
            </a:r>
            <a:r>
              <a:rPr lang="en-US" sz="2400" dirty="0">
                <a:solidFill>
                  <a:srgbClr val="E2E2E5"/>
                </a:solidFill>
                <a:latin typeface="DM Mono"/>
              </a:rPr>
              <a:t> and </a:t>
            </a:r>
            <a:r>
              <a:rPr lang="en-US" sz="2400" i="1" dirty="0" err="1">
                <a:solidFill>
                  <a:srgbClr val="E2E2E5"/>
                </a:solidFill>
                <a:latin typeface="DM Mono"/>
              </a:rPr>
              <a:t>italliano</a:t>
            </a:r>
            <a:endParaRPr lang="en-US" sz="2400" i="1" dirty="0">
              <a:solidFill>
                <a:srgbClr val="E2E2E5"/>
              </a:solidFill>
              <a:latin typeface="Google Sans Text"/>
            </a:endParaRPr>
          </a:p>
          <a:p>
            <a:pPr>
              <a:buFont typeface="Arial"/>
              <a:buChar char="•"/>
            </a:pPr>
            <a:r>
              <a:rPr lang="en-US" sz="2400" b="1" dirty="0">
                <a:solidFill>
                  <a:srgbClr val="E2E2E5"/>
                </a:solidFill>
                <a:latin typeface="Google Sans Text"/>
              </a:rPr>
              <a:t>Layout:</a:t>
            </a:r>
            <a:r>
              <a:rPr lang="en-US" sz="2400" dirty="0">
                <a:solidFill>
                  <a:srgbClr val="E2E2E5"/>
                </a:solidFill>
                <a:latin typeface="Google Sans Text"/>
              </a:rPr>
              <a:t> Clean, user-centric, clear hierarchy.</a:t>
            </a:r>
          </a:p>
          <a:p>
            <a:pPr marL="36576" indent="0">
              <a:buNone/>
            </a:pPr>
            <a:endParaRPr lang="en-US" sz="24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7549" y="2424545"/>
            <a:ext cx="485775" cy="37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0112" y="2989120"/>
            <a:ext cx="40005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77936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Google Sans Text"/>
              </a:rPr>
              <a:t>Frontend: Login &amp; Signup UI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95400"/>
            <a:ext cx="7467600" cy="1371600"/>
          </a:xfrm>
        </p:spPr>
        <p:txBody>
          <a:bodyPr>
            <a:normAutofit/>
          </a:bodyPr>
          <a:lstStyle/>
          <a:p>
            <a:pPr marL="36576" indent="0">
              <a:buNone/>
            </a:pPr>
            <a:r>
              <a:rPr lang="en-US" sz="2400" b="1" dirty="0">
                <a:solidFill>
                  <a:srgbClr val="00B0F0"/>
                </a:solidFill>
                <a:latin typeface="Google Sans Text"/>
              </a:rPr>
              <a:t>SmartCheck: Authentication Screens</a:t>
            </a:r>
            <a:endParaRPr lang="en-US" sz="2400" dirty="0">
              <a:solidFill>
                <a:srgbClr val="00B0F0"/>
              </a:solidFill>
              <a:latin typeface="Google Sans Text"/>
            </a:endParaRPr>
          </a:p>
          <a:p>
            <a:pPr>
              <a:buFont typeface="Arial"/>
              <a:buChar char="•"/>
            </a:pPr>
            <a:r>
              <a:rPr lang="en-US" sz="2400" b="1" dirty="0">
                <a:solidFill>
                  <a:srgbClr val="E2E2E5"/>
                </a:solidFill>
                <a:latin typeface="Google Sans Text"/>
              </a:rPr>
              <a:t>Key Implementation:</a:t>
            </a:r>
            <a:r>
              <a:rPr lang="en-US" sz="2400" dirty="0">
                <a:solidFill>
                  <a:srgbClr val="E2E2E5"/>
                </a:solidFill>
                <a:latin typeface="Google Sans Text"/>
              </a:rPr>
              <a:t> Built with React Native, Client-side Validation.</a:t>
            </a:r>
          </a:p>
          <a:p>
            <a:pPr marL="36576" indent="0">
              <a:buNone/>
            </a:pPr>
            <a:endParaRPr lang="en-US" sz="24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8290" y="2209800"/>
            <a:ext cx="2105419" cy="44657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785" y="2209800"/>
            <a:ext cx="2090383" cy="4493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64132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58200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Google Sans Text"/>
              </a:rPr>
              <a:t>Frontend: Student Dashboard UI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6629400" cy="1828800"/>
          </a:xfrm>
        </p:spPr>
        <p:txBody>
          <a:bodyPr>
            <a:normAutofit/>
          </a:bodyPr>
          <a:lstStyle/>
          <a:p>
            <a:pPr marL="36576" indent="0">
              <a:buNone/>
            </a:pPr>
            <a:r>
              <a:rPr lang="en-US" sz="2400" b="1" dirty="0">
                <a:solidFill>
                  <a:srgbClr val="00B0F0"/>
                </a:solidFill>
                <a:latin typeface="Google Sans Text"/>
              </a:rPr>
              <a:t>SmartCheck: Student  Course Status</a:t>
            </a:r>
            <a:endParaRPr lang="en-US" sz="2400" dirty="0">
              <a:solidFill>
                <a:srgbClr val="00B0F0"/>
              </a:solidFill>
              <a:latin typeface="Google Sans Text"/>
            </a:endParaRPr>
          </a:p>
          <a:p>
            <a:pPr>
              <a:buFont typeface="Arial"/>
              <a:buChar char="•"/>
            </a:pPr>
            <a:r>
              <a:rPr lang="en-US" sz="2400" b="1" dirty="0">
                <a:solidFill>
                  <a:srgbClr val="E2E2E5"/>
                </a:solidFill>
                <a:latin typeface="Google Sans Text"/>
              </a:rPr>
              <a:t>Implementation:</a:t>
            </a:r>
            <a:r>
              <a:rPr lang="en-US" sz="2400" dirty="0">
                <a:solidFill>
                  <a:srgbClr val="E2E2E5"/>
                </a:solidFill>
                <a:latin typeface="Google Sans Text"/>
              </a:rPr>
              <a:t> Core layout, navigation, component structure</a:t>
            </a:r>
          </a:p>
          <a:p>
            <a:endParaRPr 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1524000"/>
            <a:ext cx="1943100" cy="51425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2704115"/>
            <a:ext cx="1945663" cy="396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61890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86800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Google Sans Text"/>
              </a:rPr>
              <a:t>Frontend: Lecturer Dashboard UI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95400"/>
            <a:ext cx="7467600" cy="1447800"/>
          </a:xfrm>
        </p:spPr>
        <p:txBody>
          <a:bodyPr>
            <a:normAutofit/>
          </a:bodyPr>
          <a:lstStyle/>
          <a:p>
            <a:pPr marL="36576" indent="0">
              <a:buNone/>
            </a:pPr>
            <a:r>
              <a:rPr lang="en-US" sz="2400" b="1" dirty="0">
                <a:solidFill>
                  <a:srgbClr val="00B0F0"/>
                </a:solidFill>
                <a:latin typeface="Google Sans Text"/>
              </a:rPr>
              <a:t>SmartCheck: Lecturer Homepage</a:t>
            </a:r>
            <a:endParaRPr lang="en-US" sz="2400" dirty="0">
              <a:solidFill>
                <a:srgbClr val="00B0F0"/>
              </a:solidFill>
              <a:latin typeface="Google Sans Text"/>
            </a:endParaRPr>
          </a:p>
          <a:p>
            <a:pPr>
              <a:buFont typeface="Arial"/>
              <a:buChar char="•"/>
            </a:pPr>
            <a:r>
              <a:rPr lang="en-US" sz="2400" b="1" dirty="0">
                <a:solidFill>
                  <a:srgbClr val="E2E2E5"/>
                </a:solidFill>
                <a:latin typeface="Google Sans Text"/>
              </a:rPr>
              <a:t>Implementation:</a:t>
            </a:r>
            <a:r>
              <a:rPr lang="en-US" sz="2400" dirty="0">
                <a:solidFill>
                  <a:srgbClr val="E2E2E5"/>
                </a:solidFill>
                <a:latin typeface="Google Sans Text"/>
              </a:rPr>
              <a:t> Role-specific view, foundational UI elements.</a:t>
            </a:r>
          </a:p>
          <a:p>
            <a:endParaRPr lang="en-US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2362200"/>
            <a:ext cx="25146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2286000"/>
            <a:ext cx="2360639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49867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14300"/>
            <a:ext cx="8686800" cy="11430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  <a:latin typeface="Google Sans Text"/>
              </a:rPr>
              <a:t> Frontend: Common UI Components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05588"/>
            <a:ext cx="6096000" cy="1295399"/>
          </a:xfrm>
        </p:spPr>
        <p:txBody>
          <a:bodyPr>
            <a:normAutofit/>
          </a:bodyPr>
          <a:lstStyle/>
          <a:p>
            <a:pPr marL="36576" indent="0">
              <a:buNone/>
            </a:pPr>
            <a:r>
              <a:rPr lang="en-US" sz="2400" b="1" dirty="0">
                <a:solidFill>
                  <a:srgbClr val="00B0F0"/>
                </a:solidFill>
                <a:latin typeface="Google Sans Text"/>
              </a:rPr>
              <a:t>SmartCheck: Consistent UI Elements</a:t>
            </a:r>
            <a:endParaRPr lang="en-US" sz="2400" dirty="0">
              <a:solidFill>
                <a:srgbClr val="E2E2E5"/>
              </a:solidFill>
              <a:latin typeface="DM Mono"/>
            </a:endParaRPr>
          </a:p>
          <a:p>
            <a:pPr>
              <a:buFont typeface="Arial"/>
              <a:buChar char="•"/>
            </a:pPr>
            <a:r>
              <a:rPr lang="en-US" sz="2400" b="1" dirty="0">
                <a:solidFill>
                  <a:srgbClr val="E2E2E5"/>
                </a:solidFill>
                <a:latin typeface="Google Sans Text"/>
              </a:rPr>
              <a:t>Implementation:</a:t>
            </a:r>
            <a:r>
              <a:rPr lang="en-US" sz="2400" dirty="0">
                <a:solidFill>
                  <a:srgbClr val="E2E2E5"/>
                </a:solidFill>
                <a:latin typeface="Google Sans Text"/>
              </a:rPr>
              <a:t> Reusable components for consistency.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3138920"/>
            <a:ext cx="2190750" cy="35562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" y="2782016"/>
            <a:ext cx="2057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</a:rPr>
              <a:t>Notification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861" y="3153641"/>
            <a:ext cx="2057400" cy="35900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2428875" y="2782016"/>
            <a:ext cx="2057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</a:rPr>
              <a:t>Courses</a:t>
            </a:r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3571009"/>
            <a:ext cx="2029691" cy="312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867" y="3526495"/>
            <a:ext cx="2056534" cy="3168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5725391" y="3013124"/>
            <a:ext cx="205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B0F0"/>
                </a:solidFill>
              </a:rPr>
              <a:t>Forms</a:t>
            </a:r>
          </a:p>
        </p:txBody>
      </p:sp>
    </p:spTree>
    <p:extLst>
      <p:ext uri="{BB962C8B-B14F-4D97-AF65-F5344CB8AC3E}">
        <p14:creationId xmlns:p14="http://schemas.microsoft.com/office/powerpoint/2010/main" val="712773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F797A-92F2-2986-6279-72F33F146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Google Sans Text"/>
              </a:rPr>
              <a:t>UI Prototype Demo</a:t>
            </a:r>
            <a:endParaRPr lang="en-US" dirty="0"/>
          </a:p>
        </p:txBody>
      </p:sp>
      <p:pic>
        <p:nvPicPr>
          <p:cNvPr id="4" name="UI_Prototype_Demo">
            <a:hlinkClick r:id="" action="ppaction://media"/>
            <a:extLst>
              <a:ext uri="{FF2B5EF4-FFF2-40B4-BE49-F238E27FC236}">
                <a16:creationId xmlns:a16="http://schemas.microsoft.com/office/drawing/2014/main" id="{460A90AD-83F2-A347-54F2-B2596740432F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133600" y="1219200"/>
            <a:ext cx="4191000" cy="4906963"/>
          </a:xfrm>
        </p:spPr>
      </p:pic>
    </p:spTree>
    <p:extLst>
      <p:ext uri="{BB962C8B-B14F-4D97-AF65-F5344CB8AC3E}">
        <p14:creationId xmlns:p14="http://schemas.microsoft.com/office/powerpoint/2010/main" val="4167323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043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Google Sans Text"/>
              </a:rPr>
              <a:t> Frontend Technology Stack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7467600" cy="1066799"/>
          </a:xfrm>
        </p:spPr>
        <p:txBody>
          <a:bodyPr/>
          <a:lstStyle/>
          <a:p>
            <a:pPr>
              <a:buFont typeface="Arial"/>
              <a:buChar char="•"/>
            </a:pPr>
            <a:r>
              <a:rPr lang="en-US" b="1" dirty="0">
                <a:solidFill>
                  <a:srgbClr val="E2E2E5"/>
                </a:solidFill>
                <a:latin typeface="Google Sans Text"/>
              </a:rPr>
              <a:t>Building SmartCheck: Our Frontend Tech</a:t>
            </a:r>
            <a:endParaRPr lang="en-US" dirty="0">
              <a:solidFill>
                <a:srgbClr val="E2E2E5"/>
              </a:solidFill>
              <a:latin typeface="Google Sans Text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588" y="2373503"/>
            <a:ext cx="3657600" cy="2247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5963" y="2352804"/>
            <a:ext cx="3981449" cy="22605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4753187"/>
            <a:ext cx="3748088" cy="1830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50291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763000" cy="11430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  <a:latin typeface="Google Sans Text"/>
              </a:rPr>
              <a:t>Implementation Status &amp; Next Steps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/>
              <a:buChar char="•"/>
            </a:pPr>
            <a:r>
              <a:rPr lang="en-US" b="1" dirty="0">
                <a:solidFill>
                  <a:srgbClr val="E2E2E5"/>
                </a:solidFill>
                <a:latin typeface="Google Sans Text"/>
              </a:rPr>
              <a:t>SmartCheck: Frontend Progress</a:t>
            </a:r>
            <a:endParaRPr lang="en-US" dirty="0">
              <a:solidFill>
                <a:srgbClr val="E2E2E5"/>
              </a:solidFill>
              <a:latin typeface="Google Sans Text"/>
            </a:endParaRPr>
          </a:p>
          <a:p>
            <a:pPr>
              <a:buFont typeface="Arial"/>
              <a:buChar char="•"/>
            </a:pPr>
            <a:r>
              <a:rPr lang="en-US" b="1" dirty="0">
                <a:solidFill>
                  <a:srgbClr val="E2E2E5"/>
                </a:solidFill>
                <a:latin typeface="Google Sans Text"/>
              </a:rPr>
              <a:t>Implemented:</a:t>
            </a:r>
            <a:endParaRPr lang="en-US" dirty="0">
              <a:solidFill>
                <a:srgbClr val="E2E2E5"/>
              </a:solidFill>
              <a:latin typeface="Google Sans Text"/>
            </a:endParaRPr>
          </a:p>
          <a:p>
            <a:pPr marL="742950" lvl="1" indent="-285750">
              <a:buFont typeface="Arial"/>
              <a:buChar char="•"/>
            </a:pPr>
            <a:r>
              <a:rPr lang="en-US" dirty="0">
                <a:solidFill>
                  <a:srgbClr val="E2E2E5"/>
                </a:solidFill>
                <a:latin typeface="Google Sans Text"/>
              </a:rPr>
              <a:t>App Identity &amp; Visual Design Defined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>
                <a:solidFill>
                  <a:srgbClr val="E2E2E5"/>
                </a:solidFill>
                <a:latin typeface="Google Sans Text"/>
              </a:rPr>
              <a:t>Core UI Screens (Login, Signup, </a:t>
            </a:r>
            <a:r>
              <a:rPr lang="en-US" dirty="0" err="1">
                <a:solidFill>
                  <a:srgbClr val="E2E2E5"/>
                </a:solidFill>
                <a:latin typeface="Google Sans Text"/>
              </a:rPr>
              <a:t>etc</a:t>
            </a:r>
            <a:r>
              <a:rPr lang="en-US" dirty="0">
                <a:solidFill>
                  <a:srgbClr val="E2E2E5"/>
                </a:solidFill>
                <a:latin typeface="Google Sans Text"/>
              </a:rPr>
              <a:t>)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>
                <a:solidFill>
                  <a:srgbClr val="E2E2E5"/>
                </a:solidFill>
                <a:latin typeface="Google Sans Text"/>
              </a:rPr>
              <a:t>General UI Components &amp; Navigation</a:t>
            </a:r>
          </a:p>
          <a:p>
            <a:pPr>
              <a:buFont typeface="Arial"/>
              <a:buChar char="•"/>
            </a:pPr>
            <a:r>
              <a:rPr lang="en-US" b="1" dirty="0">
                <a:solidFill>
                  <a:srgbClr val="E2E2E5"/>
                </a:solidFill>
                <a:latin typeface="Google Sans Text"/>
              </a:rPr>
              <a:t>Next Steps (Frontend):</a:t>
            </a:r>
            <a:endParaRPr lang="en-US" dirty="0">
              <a:solidFill>
                <a:srgbClr val="E2E2E5"/>
              </a:solidFill>
              <a:latin typeface="Google Sans Text"/>
            </a:endParaRPr>
          </a:p>
          <a:p>
            <a:pPr marL="742950" lvl="1" indent="-285750">
              <a:buFont typeface="Arial"/>
              <a:buChar char="•"/>
            </a:pPr>
            <a:r>
              <a:rPr lang="en-US" dirty="0">
                <a:solidFill>
                  <a:srgbClr val="E2E2E5"/>
                </a:solidFill>
                <a:latin typeface="Google Sans Text"/>
              </a:rPr>
              <a:t>Dashboard interactivity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>
                <a:solidFill>
                  <a:srgbClr val="E2E2E5"/>
                </a:solidFill>
                <a:latin typeface="Google Sans Text"/>
              </a:rPr>
              <a:t>Connect to mock APIs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>
                <a:solidFill>
                  <a:srgbClr val="E2E2E5"/>
                </a:solidFill>
                <a:latin typeface="Google Sans Text"/>
              </a:rPr>
              <a:t>Initial Attendance Marking UI</a:t>
            </a:r>
          </a:p>
        </p:txBody>
      </p:sp>
    </p:spTree>
    <p:extLst>
      <p:ext uri="{BB962C8B-B14F-4D97-AF65-F5344CB8AC3E}">
        <p14:creationId xmlns:p14="http://schemas.microsoft.com/office/powerpoint/2010/main" val="39601166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70C0"/>
                </a:solidFill>
                <a:latin typeface="Google Sans Text"/>
              </a:rPr>
              <a:t>Thank You!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576" indent="0">
              <a:buNone/>
            </a:pPr>
            <a:endParaRPr lang="en-US" dirty="0">
              <a:solidFill>
                <a:srgbClr val="E2E2E5"/>
              </a:solidFill>
              <a:latin typeface="Google Sans Text"/>
            </a:endParaRPr>
          </a:p>
          <a:p>
            <a:pPr>
              <a:buFont typeface="Arial"/>
              <a:buChar char="•"/>
            </a:pPr>
            <a:endParaRPr lang="en-US" dirty="0">
              <a:solidFill>
                <a:srgbClr val="E2E2E5"/>
              </a:solidFill>
              <a:latin typeface="Google Sans Text"/>
            </a:endParaRPr>
          </a:p>
          <a:p>
            <a:pPr marL="36576" indent="0">
              <a:buNone/>
            </a:pPr>
            <a:endParaRPr lang="en-US" b="0" i="0" dirty="0">
              <a:solidFill>
                <a:srgbClr val="E2E2E5"/>
              </a:solidFill>
              <a:effectLst/>
              <a:latin typeface="Google Sans Text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371600"/>
            <a:ext cx="5029200" cy="5077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01995912"/>
      </p:ext>
    </p:extLst>
  </p:cSld>
  <p:clrMapOvr>
    <a:masterClrMapping/>
  </p:clrMapOvr>
</p:sld>
</file>

<file path=ppt/theme/theme1.xml><?xml version="1.0" encoding="utf-8"?>
<a:theme xmlns:a="http://schemas.openxmlformats.org/drawingml/2006/main" name="Technic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Technic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1660</TotalTime>
  <Words>232</Words>
  <Application>Microsoft Office PowerPoint</Application>
  <PresentationFormat>On-screen Show (4:3)</PresentationFormat>
  <Paragraphs>49</Paragraphs>
  <Slides>11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Arial Black</vt:lpstr>
      <vt:lpstr>Calibri</vt:lpstr>
      <vt:lpstr>DM Mono</vt:lpstr>
      <vt:lpstr>Franklin Gothic Book</vt:lpstr>
      <vt:lpstr>Google Sans Text</vt:lpstr>
      <vt:lpstr>Wingdings 2</vt:lpstr>
      <vt:lpstr>Technic</vt:lpstr>
      <vt:lpstr>SmartCheck: UI Design &amp; Frontend Implementation</vt:lpstr>
      <vt:lpstr>SmartCheck - App Identity</vt:lpstr>
      <vt:lpstr>Visual Design Language</vt:lpstr>
      <vt:lpstr>Frontend: Login &amp; Signup UI</vt:lpstr>
      <vt:lpstr>Frontend: Student Dashboard UI</vt:lpstr>
      <vt:lpstr>Frontend: Lecturer Dashboard UI</vt:lpstr>
      <vt:lpstr> Frontend: Common UI Components</vt:lpstr>
      <vt:lpstr>UI Prototype Demo</vt:lpstr>
      <vt:lpstr> Frontend Technology Stack</vt:lpstr>
      <vt:lpstr>Implementation Status &amp; Next Steps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TIWA;KASEY</dc:creator>
  <cp:lastModifiedBy>INTER-TECH</cp:lastModifiedBy>
  <cp:revision>14</cp:revision>
  <dcterms:created xsi:type="dcterms:W3CDTF">2025-06-01T17:55:45Z</dcterms:created>
  <dcterms:modified xsi:type="dcterms:W3CDTF">2025-06-02T22:35:45Z</dcterms:modified>
</cp:coreProperties>
</file>