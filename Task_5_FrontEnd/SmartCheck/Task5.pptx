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2E97B-B810-4261-AEF6-87F79BB587A6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B4E1D-49A2-4E09-9A06-DADFA81EF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4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B4E1D-49A2-4E09-9A06-DADFA81EFC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14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77353F2-13C3-4368-B9A3-E2B7B1C38F1F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4BA4B39-16A7-47EB-BB1C-AC48A3584044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447800"/>
            <a:ext cx="8458200" cy="2301240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Arial Black" pitchFamily="34" charset="0"/>
              </a:rPr>
              <a:t>SmartCheck</a:t>
            </a:r>
            <a:r>
              <a:rPr lang="en-US" b="1" dirty="0">
                <a:solidFill>
                  <a:srgbClr val="00B0F0"/>
                </a:solidFill>
                <a:latin typeface="Arial Black" pitchFamily="34" charset="0"/>
              </a:rPr>
              <a:t>: UI Design &amp; Frontend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657600"/>
            <a:ext cx="6480048" cy="55421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latin typeface="Arial Black" pitchFamily="34" charset="0"/>
              </a:rPr>
              <a:t>Where Presence Meets Precision</a:t>
            </a:r>
            <a:endParaRPr lang="en-US" dirty="0">
              <a:solidFill>
                <a:srgbClr val="0070C0"/>
              </a:solidFill>
              <a:latin typeface="Arial Black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81600" y="5181600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PRESENTED BY GROUP12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80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Arial Black" pitchFamily="34" charset="0"/>
              </a:rPr>
              <a:t>SmartCheck - App Identity</a:t>
            </a:r>
            <a:endParaRPr lang="en-US" dirty="0">
              <a:solidFill>
                <a:srgbClr val="0070C0"/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0"/>
            <a:ext cx="5638800" cy="31242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000" b="1" dirty="0">
                <a:solidFill>
                  <a:srgbClr val="00B0F0"/>
                </a:solidFill>
                <a:latin typeface="Google Sans Text"/>
              </a:rPr>
              <a:t>Introducing SmartCheck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E2E2E5"/>
                </a:solidFill>
                <a:latin typeface="Google Sans Text"/>
              </a:rPr>
              <a:t>"Where Presence Meets Precision"</a:t>
            </a:r>
          </a:p>
          <a:p>
            <a:pPr marL="36576" indent="0">
              <a:buNone/>
            </a:pPr>
            <a:r>
              <a:rPr lang="en-US" sz="2000" b="1" dirty="0">
                <a:solidFill>
                  <a:srgbClr val="00B0F0"/>
                </a:solidFill>
                <a:latin typeface="Google Sans Text"/>
              </a:rPr>
              <a:t>Core UI/UX Goals: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E2E2E5"/>
                </a:solidFill>
                <a:latin typeface="Google Sans Text"/>
              </a:rPr>
              <a:t>Intuitive &amp; Accessible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E2E2E5"/>
                </a:solidFill>
                <a:latin typeface="Google Sans Text"/>
              </a:rPr>
              <a:t>Clear &amp; Professional Visuals</a:t>
            </a: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solidFill>
                  <a:srgbClr val="E2E2E5"/>
                </a:solidFill>
                <a:latin typeface="Google Sans Text"/>
              </a:rPr>
              <a:t>Seamless Navigation</a:t>
            </a:r>
          </a:p>
          <a:p>
            <a:endParaRPr lang="en-US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251" y="2514600"/>
            <a:ext cx="4301749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66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Visual Design Language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SmartCheck's Look &amp; Feel</a:t>
            </a:r>
            <a:endParaRPr lang="en-US" sz="2400" dirty="0">
              <a:solidFill>
                <a:srgbClr val="00B0F0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 smtClean="0">
                <a:solidFill>
                  <a:srgbClr val="E2E2E5"/>
                </a:solidFill>
                <a:latin typeface="Google Sans Text"/>
              </a:rPr>
              <a:t>Color Palette: </a:t>
            </a:r>
          </a:p>
          <a:p>
            <a:pPr marL="36576" indent="0">
              <a:buNone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 </a:t>
            </a:r>
            <a:r>
              <a:rPr lang="en-US" sz="2400" b="1" dirty="0" smtClean="0">
                <a:solidFill>
                  <a:srgbClr val="E2E2E5"/>
                </a:solidFill>
                <a:latin typeface="Google Sans Text"/>
              </a:rPr>
              <a:t>       - </a:t>
            </a:r>
            <a:r>
              <a:rPr lang="en-US" sz="2400" dirty="0" smtClean="0">
                <a:solidFill>
                  <a:srgbClr val="E2E2E5"/>
                </a:solidFill>
                <a:latin typeface="Google Sans Text"/>
              </a:rPr>
              <a:t>Primary -&gt; 007EFC, </a:t>
            </a:r>
          </a:p>
          <a:p>
            <a:pPr marL="36576" indent="0">
              <a:buNone/>
            </a:pPr>
            <a:r>
              <a:rPr lang="en-US" sz="2400" dirty="0">
                <a:solidFill>
                  <a:srgbClr val="E2E2E5"/>
                </a:solidFill>
                <a:latin typeface="Google Sans Text"/>
              </a:rPr>
              <a:t> </a:t>
            </a:r>
            <a:r>
              <a:rPr lang="en-US" sz="2400" dirty="0" smtClean="0">
                <a:solidFill>
                  <a:srgbClr val="E2E2E5"/>
                </a:solidFill>
                <a:latin typeface="Google Sans Text"/>
              </a:rPr>
              <a:t>       - Secondary -&gt; 003366, </a:t>
            </a:r>
          </a:p>
          <a:p>
            <a:pPr marL="36576" indent="0">
              <a:buNone/>
            </a:pPr>
            <a:r>
              <a:rPr lang="en-US" sz="2400" dirty="0">
                <a:solidFill>
                  <a:srgbClr val="E2E2E5"/>
                </a:solidFill>
                <a:latin typeface="Google Sans Text"/>
              </a:rPr>
              <a:t> </a:t>
            </a:r>
            <a:r>
              <a:rPr lang="en-US" sz="2400" dirty="0" smtClean="0">
                <a:solidFill>
                  <a:srgbClr val="E2E2E5"/>
                </a:solidFill>
                <a:latin typeface="Google Sans Text"/>
              </a:rPr>
              <a:t>       - Background -&gt; 000000(Black), FFFFFF(White)</a:t>
            </a:r>
            <a:endParaRPr lang="en-US" sz="2400" b="1" dirty="0" smtClean="0">
              <a:solidFill>
                <a:srgbClr val="E2E2E5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 smtClean="0">
                <a:solidFill>
                  <a:srgbClr val="E2E2E5"/>
                </a:solidFill>
                <a:latin typeface="Google Sans Text"/>
              </a:rPr>
              <a:t>Typography</a:t>
            </a: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</a:t>
            </a:r>
            <a:r>
              <a:rPr lang="en-US" sz="2400" i="1" dirty="0" smtClean="0">
                <a:solidFill>
                  <a:srgbClr val="E2E2E5"/>
                </a:solidFill>
                <a:latin typeface="DM Mono"/>
              </a:rPr>
              <a:t>Nunito</a:t>
            </a:r>
            <a:r>
              <a:rPr lang="en-US" sz="2400" dirty="0" smtClean="0">
                <a:solidFill>
                  <a:srgbClr val="E2E2E5"/>
                </a:solidFill>
                <a:latin typeface="DM Mono"/>
              </a:rPr>
              <a:t> and </a:t>
            </a:r>
            <a:r>
              <a:rPr lang="en-US" sz="2400" i="1" dirty="0" smtClean="0">
                <a:solidFill>
                  <a:srgbClr val="E2E2E5"/>
                </a:solidFill>
                <a:latin typeface="DM Mono"/>
              </a:rPr>
              <a:t>Manrope</a:t>
            </a:r>
            <a:endParaRPr lang="en-US" sz="2400" i="1" dirty="0">
              <a:solidFill>
                <a:srgbClr val="E2E2E5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Layout: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Clean, user-centric, clear hierarchy.</a:t>
            </a:r>
          </a:p>
          <a:p>
            <a:pPr marL="36576" indent="0">
              <a:buNone/>
            </a:pPr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549" y="2424545"/>
            <a:ext cx="485775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112" y="2989120"/>
            <a:ext cx="4000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7936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Frontend: Login &amp; Signup UI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7467600" cy="13716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SmartCheck: Authentication Screens</a:t>
            </a:r>
            <a:endParaRPr lang="en-US" sz="2400" dirty="0">
              <a:solidFill>
                <a:srgbClr val="00B0F0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 smtClean="0">
                <a:solidFill>
                  <a:srgbClr val="E2E2E5"/>
                </a:solidFill>
                <a:latin typeface="Google Sans Text"/>
              </a:rPr>
              <a:t>Key </a:t>
            </a: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Implementation: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Built with </a:t>
            </a:r>
            <a:r>
              <a:rPr lang="en-US" sz="2400" dirty="0" smtClean="0">
                <a:solidFill>
                  <a:srgbClr val="E2E2E5"/>
                </a:solidFill>
                <a:latin typeface="Google Sans Text"/>
              </a:rPr>
              <a:t>React Native, 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Client-side Validation.</a:t>
            </a:r>
          </a:p>
          <a:p>
            <a:pPr marL="36576" indent="0">
              <a:buNone/>
            </a:pP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350644"/>
            <a:ext cx="2105419" cy="4465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398" y="2350644"/>
            <a:ext cx="2090383" cy="449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413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Google Sans Text"/>
              </a:rPr>
              <a:t>Frontend</a:t>
            </a:r>
            <a:r>
              <a:rPr lang="en-US" b="1" dirty="0">
                <a:solidFill>
                  <a:srgbClr val="0070C0"/>
                </a:solidFill>
                <a:latin typeface="Google Sans Text"/>
              </a:rPr>
              <a:t>: Student Dashboard UI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629400" cy="18288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SmartCheck: Student Dashboard</a:t>
            </a:r>
            <a:endParaRPr lang="en-US" sz="2400" dirty="0">
              <a:solidFill>
                <a:srgbClr val="00B0F0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 smtClean="0">
                <a:solidFill>
                  <a:srgbClr val="E2E2E5"/>
                </a:solidFill>
                <a:latin typeface="Google Sans Text"/>
              </a:rPr>
              <a:t>Implementation</a:t>
            </a: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Core layout, navigation, component structure</a:t>
            </a:r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524000"/>
            <a:ext cx="1943100" cy="5142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704115"/>
            <a:ext cx="1945663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1890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Frontend: Lecturer Dashboard UI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7467600" cy="14478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SmartCheck: Lecturer Dashboard</a:t>
            </a:r>
            <a:endParaRPr lang="en-US" sz="2400" dirty="0">
              <a:solidFill>
                <a:srgbClr val="00B0F0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sz="2400" b="1" dirty="0" smtClean="0">
                <a:solidFill>
                  <a:srgbClr val="E2E2E5"/>
                </a:solidFill>
                <a:latin typeface="Google Sans Text"/>
              </a:rPr>
              <a:t>Implementation</a:t>
            </a: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Role-specific view, foundational UI elements.</a:t>
            </a:r>
          </a:p>
          <a:p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362200"/>
            <a:ext cx="2514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286000"/>
            <a:ext cx="2360639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986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143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 Frontend: </a:t>
            </a:r>
            <a:r>
              <a:rPr lang="en-US" b="1" dirty="0" smtClean="0">
                <a:solidFill>
                  <a:srgbClr val="0070C0"/>
                </a:solidFill>
                <a:latin typeface="Google Sans Text"/>
              </a:rPr>
              <a:t>Common UI </a:t>
            </a:r>
            <a:r>
              <a:rPr lang="en-US" b="1" dirty="0">
                <a:solidFill>
                  <a:srgbClr val="0070C0"/>
                </a:solidFill>
                <a:latin typeface="Google Sans Text"/>
              </a:rPr>
              <a:t>Components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05588"/>
            <a:ext cx="6096000" cy="1295399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Google Sans Text"/>
              </a:rPr>
              <a:t>SmartCheck: Consistent UI </a:t>
            </a:r>
            <a:r>
              <a:rPr lang="en-US" sz="2400" b="1" dirty="0" smtClean="0">
                <a:solidFill>
                  <a:srgbClr val="00B0F0"/>
                </a:solidFill>
                <a:latin typeface="Google Sans Text"/>
              </a:rPr>
              <a:t>Elements</a:t>
            </a:r>
            <a:endParaRPr lang="en-US" sz="2400" dirty="0">
              <a:solidFill>
                <a:srgbClr val="E2E2E5"/>
              </a:solidFill>
              <a:latin typeface="DM Mono"/>
            </a:endParaRPr>
          </a:p>
          <a:p>
            <a:pPr>
              <a:buFont typeface="Arial"/>
              <a:buChar char="•"/>
            </a:pPr>
            <a:r>
              <a:rPr lang="en-US" sz="2400" b="1" dirty="0" smtClean="0">
                <a:solidFill>
                  <a:srgbClr val="E2E2E5"/>
                </a:solidFill>
                <a:latin typeface="Google Sans Text"/>
              </a:rPr>
              <a:t>Implementation</a:t>
            </a:r>
            <a:r>
              <a:rPr lang="en-US" sz="2400" b="1" dirty="0">
                <a:solidFill>
                  <a:srgbClr val="E2E2E5"/>
                </a:solidFill>
                <a:latin typeface="Google Sans Text"/>
              </a:rPr>
              <a:t>:</a:t>
            </a:r>
            <a:r>
              <a:rPr lang="en-US" sz="2400" dirty="0">
                <a:solidFill>
                  <a:srgbClr val="E2E2E5"/>
                </a:solidFill>
                <a:latin typeface="Google Sans Text"/>
              </a:rPr>
              <a:t> Reusable components for consistency</a:t>
            </a:r>
            <a:r>
              <a:rPr lang="en-US" sz="2400" dirty="0" smtClean="0">
                <a:solidFill>
                  <a:srgbClr val="E2E2E5"/>
                </a:solidFill>
                <a:latin typeface="Google Sans Text"/>
              </a:rPr>
              <a:t>.</a:t>
            </a:r>
            <a:endParaRPr lang="en-US" sz="2400" dirty="0">
              <a:solidFill>
                <a:srgbClr val="E2E2E5"/>
              </a:solidFill>
              <a:latin typeface="Google Sans Text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138920"/>
            <a:ext cx="2190750" cy="3556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" y="278201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B0F0"/>
                </a:solidFill>
              </a:rPr>
              <a:t>Notification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138921"/>
            <a:ext cx="2057400" cy="3590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28875" y="278201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B0F0"/>
                </a:solidFill>
              </a:rPr>
              <a:t>Courses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71009"/>
            <a:ext cx="2029691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867" y="3526495"/>
            <a:ext cx="2056534" cy="316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725391" y="3013124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B0F0"/>
                </a:solidFill>
              </a:rPr>
              <a:t>Forms</a:t>
            </a:r>
          </a:p>
        </p:txBody>
      </p:sp>
    </p:spTree>
    <p:extLst>
      <p:ext uri="{BB962C8B-B14F-4D97-AF65-F5344CB8AC3E}">
        <p14:creationId xmlns:p14="http://schemas.microsoft.com/office/powerpoint/2010/main" val="71277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 Frontend Technology Stack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1066799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b="1" dirty="0">
                <a:solidFill>
                  <a:srgbClr val="E2E2E5"/>
                </a:solidFill>
                <a:latin typeface="Google Sans Text"/>
              </a:rPr>
              <a:t>Building SmartCheck: Our Frontend </a:t>
            </a:r>
            <a:r>
              <a:rPr lang="en-US" b="1" dirty="0" smtClean="0">
                <a:solidFill>
                  <a:srgbClr val="E2E2E5"/>
                </a:solidFill>
                <a:latin typeface="Google Sans Text"/>
              </a:rPr>
              <a:t>Tech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2686050"/>
            <a:ext cx="36576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963" y="2673372"/>
            <a:ext cx="3981449" cy="226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753187"/>
            <a:ext cx="3748088" cy="210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0291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Google Sans Text"/>
              </a:rPr>
              <a:t>Implementation Status &amp; Next Steps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solidFill>
                  <a:srgbClr val="E2E2E5"/>
                </a:solidFill>
                <a:latin typeface="Google Sans Text"/>
              </a:rPr>
              <a:t>SmartCheck: Frontend Progress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E2E2E5"/>
                </a:solidFill>
                <a:latin typeface="Google Sans Text"/>
              </a:rPr>
              <a:t>Implemented: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App Identity &amp; Visual Design Defined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Core UI Screens (Login, Signup, </a:t>
            </a:r>
            <a:r>
              <a:rPr lang="en-US" dirty="0" err="1" smtClean="0">
                <a:solidFill>
                  <a:srgbClr val="E2E2E5"/>
                </a:solidFill>
                <a:latin typeface="Google Sans Text"/>
              </a:rPr>
              <a:t>etc</a:t>
            </a:r>
            <a:r>
              <a:rPr lang="en-US" dirty="0" smtClean="0">
                <a:solidFill>
                  <a:srgbClr val="E2E2E5"/>
                </a:solidFill>
                <a:latin typeface="Google Sans Text"/>
              </a:rPr>
              <a:t>)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General UI Components &amp; Navigation</a:t>
            </a: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E2E2E5"/>
                </a:solidFill>
                <a:latin typeface="Google Sans Text"/>
              </a:rPr>
              <a:t>Next Steps (Frontend):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Dashboard interactivity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Connect to mock </a:t>
            </a:r>
            <a:r>
              <a:rPr lang="en-US" dirty="0" smtClean="0">
                <a:solidFill>
                  <a:srgbClr val="E2E2E5"/>
                </a:solidFill>
                <a:latin typeface="Google Sans Text"/>
              </a:rPr>
              <a:t>APIs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E2E2E5"/>
                </a:solidFill>
                <a:latin typeface="Google Sans Text"/>
              </a:rPr>
              <a:t>Initial Attendance Marking </a:t>
            </a:r>
            <a:r>
              <a:rPr lang="en-US" dirty="0" smtClean="0">
                <a:solidFill>
                  <a:srgbClr val="E2E2E5"/>
                </a:solidFill>
                <a:latin typeface="Google Sans Text"/>
              </a:rPr>
              <a:t>UI</a:t>
            </a:r>
            <a:endParaRPr lang="en-US" dirty="0">
              <a:solidFill>
                <a:srgbClr val="E2E2E5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960116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Google Sans Text"/>
              </a:rPr>
              <a:t>Thank </a:t>
            </a:r>
            <a:r>
              <a:rPr lang="en-US" b="1" dirty="0" smtClean="0">
                <a:solidFill>
                  <a:srgbClr val="0070C0"/>
                </a:solidFill>
                <a:latin typeface="Google Sans Text"/>
              </a:rPr>
              <a:t>You!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" indent="0">
              <a:buNone/>
            </a:pP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>
              <a:buFont typeface="Arial"/>
              <a:buChar char="•"/>
            </a:pPr>
            <a:endParaRPr lang="en-US" dirty="0">
              <a:solidFill>
                <a:srgbClr val="E2E2E5"/>
              </a:solidFill>
              <a:latin typeface="Google Sans Text"/>
            </a:endParaRPr>
          </a:p>
          <a:p>
            <a:pPr marL="36576" indent="0">
              <a:buNone/>
            </a:pPr>
            <a:endParaRPr lang="en-US" b="0" i="0" dirty="0">
              <a:solidFill>
                <a:srgbClr val="E2E2E5"/>
              </a:solidFill>
              <a:effectLst/>
              <a:latin typeface="Google Sans Tex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71600"/>
            <a:ext cx="5029200" cy="5077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1995912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1650</TotalTime>
  <Words>173</Words>
  <Application>Microsoft Office PowerPoint</Application>
  <PresentationFormat>On-screen Show (4:3)</PresentationFormat>
  <Paragraphs>48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Technic</vt:lpstr>
      <vt:lpstr>SmartCheck: UI Design &amp; Frontend Implementation</vt:lpstr>
      <vt:lpstr>SmartCheck - App Identity</vt:lpstr>
      <vt:lpstr>Visual Design Language</vt:lpstr>
      <vt:lpstr>Frontend: Login &amp; Signup UI</vt:lpstr>
      <vt:lpstr>Frontend: Student Dashboard UI</vt:lpstr>
      <vt:lpstr>Frontend: Lecturer Dashboard UI</vt:lpstr>
      <vt:lpstr> Frontend: Common UI Components</vt:lpstr>
      <vt:lpstr> Frontend Technology Stack</vt:lpstr>
      <vt:lpstr>Implementation Status &amp; Next Steps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PC</dc:creator>
  <cp:lastModifiedBy>MY PC</cp:lastModifiedBy>
  <cp:revision>12</cp:revision>
  <dcterms:created xsi:type="dcterms:W3CDTF">2025-06-01T17:55:45Z</dcterms:created>
  <dcterms:modified xsi:type="dcterms:W3CDTF">2025-06-02T21:26:41Z</dcterms:modified>
</cp:coreProperties>
</file>